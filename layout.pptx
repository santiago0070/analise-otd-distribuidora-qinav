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E69A4"/>
    <a:srgbClr val="38649F"/>
    <a:srgbClr val="FAFAFA"/>
    <a:srgbClr val="0071AE"/>
    <a:srgbClr val="2152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7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F0CA22-81EA-4BFC-AF32-50805597BB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82E788-3ACB-4113-BCB7-175E17E680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5C5FCF8-9846-4BBE-BEFA-726AE998D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B58C1-F9E5-4EA4-AB39-840B483CA222}" type="datetimeFigureOut">
              <a:rPr lang="pt-BR" smtClean="0"/>
              <a:t>18/04/2026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4205D0-8C9B-4456-B3F1-284677BFD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D453926-8DF5-40E5-A7C6-93155F224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74E1-3FF0-4EA7-BE10-EF33378C0A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205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DA7F7B-9920-4FAD-A4A2-D64249FD9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0327D83-1DEC-407A-8101-E29AB431C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675A4A-C362-4E66-B2AD-E0DC67EC8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B58C1-F9E5-4EA4-AB39-840B483CA222}" type="datetimeFigureOut">
              <a:rPr lang="pt-BR" smtClean="0"/>
              <a:t>18/04/2026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64C27D-0437-488A-A4F1-8C5E5F585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3F1B35-9B2B-438F-80A5-1C00A2308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74E1-3FF0-4EA7-BE10-EF33378C0A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4324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3AC3E2-5C0F-4875-8D8D-F23B226A0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19CB16D-2D64-4382-9DD1-0336F5FF7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8615E7-4B6A-4510-8A3C-DF5244EE8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B58C1-F9E5-4EA4-AB39-840B483CA222}" type="datetimeFigureOut">
              <a:rPr lang="pt-BR" smtClean="0"/>
              <a:t>18/04/2026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8E63E7-525A-412F-8DD6-BEBE092BD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7EEA31-4E23-4D9A-B48E-94A17D7EF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74E1-3FF0-4EA7-BE10-EF33378C0A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6514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43A43D-57F1-4BDC-B5C5-A584AC5A5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492F5C-FDEC-475A-A805-03AE31EF18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E44C764-17ED-4FCD-A135-245B5E7D42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2931081-417D-49CD-B0B8-EFDE3FFE2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B58C1-F9E5-4EA4-AB39-840B483CA222}" type="datetimeFigureOut">
              <a:rPr lang="pt-BR" smtClean="0"/>
              <a:t>18/04/2026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A6B6189-CB68-482B-A0D8-5E09A1E04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14D65EF-88E8-4E5F-BE6A-D2851BA71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74E1-3FF0-4EA7-BE10-EF33378C0A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1428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833710-0662-4848-900B-E9B1E92ED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3FB379-420C-467C-AC6D-97112C08A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019F7E3-2314-4175-A803-F62802CC99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EE7D07B-DB93-4F1D-B88A-1121CC512E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7E87465-7F19-4900-A0E0-9FA8D9AA45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F407DA9-A558-4907-B7B0-6C573629C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B58C1-F9E5-4EA4-AB39-840B483CA222}" type="datetimeFigureOut">
              <a:rPr lang="pt-BR" smtClean="0"/>
              <a:t>18/04/2026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0B2A809-075E-4380-98D1-8DC84ACE1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44A71BF-FED2-447C-B8CE-AE33D0A3C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74E1-3FF0-4EA7-BE10-EF33378C0A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1463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994E49-CB32-44E5-9819-467C90F69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33A90B3-B8DD-4FF3-85D1-FA806E7B3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B58C1-F9E5-4EA4-AB39-840B483CA222}" type="datetimeFigureOut">
              <a:rPr lang="pt-BR" smtClean="0"/>
              <a:t>18/04/2026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A4C4BAF-8211-4179-BDF6-6238E0A32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96BE3F9-25C8-467F-900E-93C4FF879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74E1-3FF0-4EA7-BE10-EF33378C0A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3428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F0144DC-144C-4103-97E3-27A0EE57F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B58C1-F9E5-4EA4-AB39-840B483CA222}" type="datetimeFigureOut">
              <a:rPr lang="pt-BR" smtClean="0"/>
              <a:t>18/04/2026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8BC450B-E35D-4E3D-9F1A-AD919013E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BDE2B6C-00EA-4FEF-91F1-3125BB9EC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74E1-3FF0-4EA7-BE10-EF33378C0A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7781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7E3004-ED66-481F-846D-8B379E26F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E850E83-68DD-4553-BDBA-9ED3F5EE0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5B6FD8-10B1-46A3-856A-AE578B71B4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C3C8C81-8DD2-40B9-B5AD-A292CAD5F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B58C1-F9E5-4EA4-AB39-840B483CA222}" type="datetimeFigureOut">
              <a:rPr lang="pt-BR" smtClean="0"/>
              <a:t>18/04/2026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2F33B49-9673-4F2B-884F-002938684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3C69901-21BD-47E0-866F-7FA087E73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74E1-3FF0-4EA7-BE10-EF33378C0A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0940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EE4E7-BE04-4FE0-A1BC-687779145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E77824B-2AFE-4C92-9BB6-6F98D3AF79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C8D86D5-3D7F-4AE9-9FEB-288398B77A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DCDBFD5-9342-4672-937A-BE6970A00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B58C1-F9E5-4EA4-AB39-840B483CA222}" type="datetimeFigureOut">
              <a:rPr lang="pt-BR" smtClean="0"/>
              <a:t>18/04/2026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8431B02-BFAC-4E46-AB5A-48F393D54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8772B56-5617-4113-B2E6-B035C6093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74E1-3FF0-4EA7-BE10-EF33378C0A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4317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1C2FA3-30D3-42B8-A1D2-EC28E27C6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7A4D83-F2B0-4102-803A-3A9784D705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71E775-578C-4C60-816F-8D38FAD02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B58C1-F9E5-4EA4-AB39-840B483CA222}" type="datetimeFigureOut">
              <a:rPr lang="pt-BR" smtClean="0"/>
              <a:t>18/04/2026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5DD877-6202-44A5-8F21-6EDD94F54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9CFF50E-0E9E-4255-8F29-B7BFBFB6C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74E1-3FF0-4EA7-BE10-EF33378C0A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4149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6AC2DB7-3783-4238-A423-0139508493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6CD7E49-4171-4880-AE5F-D0F004998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6F09A4C-C0B1-4B7D-9660-E217810DF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B58C1-F9E5-4EA4-AB39-840B483CA222}" type="datetimeFigureOut">
              <a:rPr lang="pt-BR" smtClean="0"/>
              <a:t>18/04/2026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B75371-5585-4796-9371-002154AD4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9254876-5DA4-4DD7-AA4A-F158CBF5A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74E1-3FF0-4EA7-BE10-EF33378C0A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0257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5E37C74-7788-4475-8947-A299CAFFE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8A9501B-75AC-4194-9A54-6B720E281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85239B-F804-424B-B765-BF5673ECF4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CB58C1-F9E5-4EA4-AB39-840B483CA222}" type="datetimeFigureOut">
              <a:rPr lang="pt-BR" smtClean="0"/>
              <a:t>18/04/2026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F31CB2-9C5F-4152-BDD4-6D61C1AC37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2EC17C-3991-4647-8D30-33AC5403BF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EF74E1-3FF0-4EA7-BE10-EF33378C0A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4497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F8B7C7-FE47-4324-A452-D786ED0640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A96331E-B482-42D0-8356-2D9D7A0CAB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CA739A99-D608-482B-BBCE-D37CE40A168C}"/>
              </a:ext>
            </a:extLst>
          </p:cNvPr>
          <p:cNvSpPr/>
          <p:nvPr/>
        </p:nvSpPr>
        <p:spPr>
          <a:xfrm>
            <a:off x="0" y="1771650"/>
            <a:ext cx="12192000" cy="5086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2C7C5B20-1965-4F48-9DD4-C64CF7EC6997}"/>
              </a:ext>
            </a:extLst>
          </p:cNvPr>
          <p:cNvSpPr/>
          <p:nvPr/>
        </p:nvSpPr>
        <p:spPr>
          <a:xfrm>
            <a:off x="208546" y="2023104"/>
            <a:ext cx="5887454" cy="2719990"/>
          </a:xfrm>
          <a:prstGeom prst="rect">
            <a:avLst/>
          </a:prstGeom>
          <a:solidFill>
            <a:srgbClr val="FAFAF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71B8D99-CBA1-4C1C-AEE8-982D21106CD1}"/>
              </a:ext>
            </a:extLst>
          </p:cNvPr>
          <p:cNvSpPr/>
          <p:nvPr/>
        </p:nvSpPr>
        <p:spPr>
          <a:xfrm>
            <a:off x="6384761" y="2023104"/>
            <a:ext cx="5598695" cy="2719990"/>
          </a:xfrm>
          <a:prstGeom prst="rect">
            <a:avLst/>
          </a:prstGeom>
          <a:solidFill>
            <a:srgbClr val="FAFAF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180CC9C8-DF02-41A2-BCD3-3E970B9075C5}"/>
              </a:ext>
            </a:extLst>
          </p:cNvPr>
          <p:cNvSpPr/>
          <p:nvPr/>
        </p:nvSpPr>
        <p:spPr>
          <a:xfrm>
            <a:off x="208544" y="4996366"/>
            <a:ext cx="3807156" cy="1580897"/>
          </a:xfrm>
          <a:prstGeom prst="rect">
            <a:avLst/>
          </a:prstGeom>
          <a:solidFill>
            <a:srgbClr val="FAFAF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926B829D-526A-4108-B68A-F7D8DD224841}"/>
              </a:ext>
            </a:extLst>
          </p:cNvPr>
          <p:cNvSpPr/>
          <p:nvPr/>
        </p:nvSpPr>
        <p:spPr>
          <a:xfrm>
            <a:off x="4224246" y="4996366"/>
            <a:ext cx="3746351" cy="1580897"/>
          </a:xfrm>
          <a:prstGeom prst="rect">
            <a:avLst/>
          </a:prstGeom>
          <a:solidFill>
            <a:srgbClr val="FAFAF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DB137689-D1E8-445B-A999-DD9148636311}"/>
              </a:ext>
            </a:extLst>
          </p:cNvPr>
          <p:cNvSpPr/>
          <p:nvPr/>
        </p:nvSpPr>
        <p:spPr>
          <a:xfrm>
            <a:off x="8179143" y="4996366"/>
            <a:ext cx="3804311" cy="1580897"/>
          </a:xfrm>
          <a:prstGeom prst="rect">
            <a:avLst/>
          </a:prstGeom>
          <a:solidFill>
            <a:srgbClr val="FAFAF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14DB4AA9-142C-485E-BC5F-E9F1757E08EE}"/>
              </a:ext>
            </a:extLst>
          </p:cNvPr>
          <p:cNvGrpSpPr/>
          <p:nvPr/>
        </p:nvGrpSpPr>
        <p:grpSpPr>
          <a:xfrm>
            <a:off x="0" y="-132035"/>
            <a:ext cx="12192000" cy="1903685"/>
            <a:chOff x="0" y="-132035"/>
            <a:chExt cx="12192000" cy="1903685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5E4D93DF-630A-4164-A0BA-748D3E190755}"/>
                </a:ext>
              </a:extLst>
            </p:cNvPr>
            <p:cNvSpPr/>
            <p:nvPr/>
          </p:nvSpPr>
          <p:spPr>
            <a:xfrm>
              <a:off x="0" y="-132035"/>
              <a:ext cx="12192000" cy="1903685"/>
            </a:xfrm>
            <a:prstGeom prst="rect">
              <a:avLst/>
            </a:prstGeom>
            <a:gradFill flip="none" rotWithShape="1">
              <a:gsLst>
                <a:gs pos="0">
                  <a:srgbClr val="215294">
                    <a:shade val="30000"/>
                    <a:satMod val="115000"/>
                  </a:srgbClr>
                </a:gs>
                <a:gs pos="50000">
                  <a:srgbClr val="215294">
                    <a:shade val="67500"/>
                    <a:satMod val="115000"/>
                  </a:srgbClr>
                </a:gs>
                <a:gs pos="100000">
                  <a:srgbClr val="215294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8C938D13-1E00-4A76-8DD7-AB64162BDB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28637" y="-10246"/>
              <a:ext cx="542725" cy="542725"/>
            </a:xfrm>
            <a:prstGeom prst="rect">
              <a:avLst/>
            </a:prstGeom>
          </p:spPr>
        </p:pic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34A2BF39-4C1C-4A1A-86F9-5307406878D1}"/>
                </a:ext>
              </a:extLst>
            </p:cNvPr>
            <p:cNvSpPr txBox="1"/>
            <p:nvPr/>
          </p:nvSpPr>
          <p:spPr>
            <a:xfrm>
              <a:off x="0" y="-10246"/>
              <a:ext cx="1406922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chemeClr val="bg1"/>
                  </a:solidFill>
                  <a:latin typeface="Eras Bold ITC" panose="020B0907030504020204" pitchFamily="34" charset="0"/>
                  <a:cs typeface="Mongolian Baiti" panose="03000500000000000000" pitchFamily="66" charset="0"/>
                </a:rPr>
                <a:t>Qinav  Distribuidora</a:t>
              </a:r>
            </a:p>
            <a:p>
              <a:pPr algn="ctr"/>
              <a:endParaRPr lang="pt-BR" dirty="0">
                <a:solidFill>
                  <a:schemeClr val="bg1"/>
                </a:solidFill>
              </a:endParaRPr>
            </a:p>
          </p:txBody>
        </p:sp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A4BD8196-4B10-4AAE-BFF9-A63B0B6082CD}"/>
                </a:ext>
              </a:extLst>
            </p:cNvPr>
            <p:cNvSpPr/>
            <p:nvPr/>
          </p:nvSpPr>
          <p:spPr>
            <a:xfrm>
              <a:off x="703461" y="623013"/>
              <a:ext cx="10860509" cy="944222"/>
            </a:xfrm>
            <a:prstGeom prst="rect">
              <a:avLst/>
            </a:prstGeom>
            <a:solidFill>
              <a:srgbClr val="38649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47E40A55-66EA-42F8-98DC-2D24D74FF7E8}"/>
              </a:ext>
            </a:extLst>
          </p:cNvPr>
          <p:cNvCxnSpPr>
            <a:cxnSpLocks/>
          </p:cNvCxnSpPr>
          <p:nvPr/>
        </p:nvCxnSpPr>
        <p:spPr>
          <a:xfrm>
            <a:off x="6177464" y="677240"/>
            <a:ext cx="0" cy="845173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42FFE347-57FF-4417-8210-0E7EF7811F64}"/>
              </a:ext>
            </a:extLst>
          </p:cNvPr>
          <p:cNvCxnSpPr>
            <a:cxnSpLocks/>
          </p:cNvCxnSpPr>
          <p:nvPr/>
        </p:nvCxnSpPr>
        <p:spPr>
          <a:xfrm>
            <a:off x="3152273" y="677240"/>
            <a:ext cx="0" cy="845173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BE5D9C45-735D-434B-B6A1-24680D41F632}"/>
              </a:ext>
            </a:extLst>
          </p:cNvPr>
          <p:cNvCxnSpPr>
            <a:cxnSpLocks/>
          </p:cNvCxnSpPr>
          <p:nvPr/>
        </p:nvCxnSpPr>
        <p:spPr>
          <a:xfrm>
            <a:off x="9202656" y="677240"/>
            <a:ext cx="0" cy="845173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11161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Eras Bold ITC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Rodrigo Santiago</dc:creator>
  <cp:lastModifiedBy>Rodrigo Santiago</cp:lastModifiedBy>
  <cp:revision>9</cp:revision>
  <dcterms:created xsi:type="dcterms:W3CDTF">2026-04-18T17:47:45Z</dcterms:created>
  <dcterms:modified xsi:type="dcterms:W3CDTF">2026-04-19T02:37:36Z</dcterms:modified>
</cp:coreProperties>
</file>